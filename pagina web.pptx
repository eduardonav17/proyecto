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11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C58F2-04DD-611E-1F08-0AA514679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5B4906-27AF-C2E7-978E-CF3F8D3C2E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FE64AD-B13D-4A90-9035-FF081F255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A8C52-00A9-4646-B380-C079B0B744D7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397733-CA2A-50D4-7B75-367BED817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1027BB-C08A-1B65-4619-8B888AE8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46719-D54A-4A15-9FFB-30E3125DEF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9771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199F5-E059-50EC-AFAF-D126089A9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4F532F-FDE5-6426-5AA5-F9C7E4A5E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7F3787-B2A2-7A05-8A19-284D21416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A8C52-00A9-4646-B380-C079B0B744D7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DD9519-B06A-16CB-1D56-6859D1F46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9D84B0-1353-9DDB-838C-84EF2BE7A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46719-D54A-4A15-9FFB-30E3125DEF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4811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827991-61DA-4CA8-9120-C8AB5CD4A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994F7D-E217-73CD-17BE-C956A3D2B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3EBB71-D8C0-7F4A-6748-A9512FF52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A8C52-00A9-4646-B380-C079B0B744D7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31904F-0A1D-8CB1-19AE-CBEE79AA0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3C1B8D-2A83-56B1-F31F-811F44E0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46719-D54A-4A15-9FFB-30E3125DEF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9176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1BE00-3CEC-B422-F8B1-1D138731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CA8D23-9601-79A7-69CE-E7433F15C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663A3D-D950-A45C-E2EA-D881DAD94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74BB30-691B-38C1-3FB1-1A26C9AA1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A8C52-00A9-4646-B380-C079B0B744D7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89EC38-77D8-04F2-33AA-FB63BA8F0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C61F69-8719-5C25-DCCD-43DAE255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46719-D54A-4A15-9FFB-30E3125DEF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0805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25CDD-EBB9-D5FC-1923-96A07FA1E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1D78D6-E38D-FDC3-2C18-E32843B24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9292DF-1F9F-5A7E-C315-91137ECC0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6DAA81B-3CD9-28E8-7B0B-D26A20E1D7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14661F8-8E63-7170-11DC-0EF13AFB8E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27BD2E4-288B-DACF-A71E-CA363952A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A8C52-00A9-4646-B380-C079B0B744D7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944BFC2-C4FE-792C-5209-81C494EE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925115-0EED-B652-D303-8A07EBA8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46719-D54A-4A15-9FFB-30E3125DEF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624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C068F-2B56-CB1D-9601-574F05142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63423EE-31B1-3E89-8007-811775DF9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A8C52-00A9-4646-B380-C079B0B744D7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B02289-B58B-0F68-F267-1202A6DA6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0AD29E-BEFD-0505-7EC6-3B9460EB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46719-D54A-4A15-9FFB-30E3125DEF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8174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96CD27-B390-CDBE-E78B-913894760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A8C52-00A9-4646-B380-C079B0B744D7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F94ED78-AA38-8420-2F4A-F89B99987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130E0B-45AB-38B0-3EE2-D0121605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46719-D54A-4A15-9FFB-30E3125DEF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453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0E582-989E-3FA0-F653-11241EEC4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A7BD4-F963-EF52-DBFE-C01B9A345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EA1F1C-2522-B0F7-DEFF-5148C7AAC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99CBB5-C60E-2959-E15E-5562B6152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A8C52-00A9-4646-B380-C079B0B744D7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207593-7B91-91A1-8535-1CADFCFF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767BCF-D6F1-2C9E-A7B4-2F2BDE007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46719-D54A-4A15-9FFB-30E3125DEF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1798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0A0570-9ACF-23F3-9ED4-BA0EFCD9B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1D683C3-E637-709E-8FE9-F2F08F4132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686E5D-DA7C-A3F8-D491-B4171AEDE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C9D344-4B9B-E91A-EA72-7E7327830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A8C52-00A9-4646-B380-C079B0B744D7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4C6B20-5B5A-5344-57C1-F2AB32CD9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2D654F-B91E-FADC-D365-0E702D02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46719-D54A-4A15-9FFB-30E3125DEF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56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CFEF3-8CCC-213D-0669-A39D7494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34CE47-4470-F108-B98C-396487A57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C39AA3-38E2-8F66-96DC-66E8A2DBF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A8C52-00A9-4646-B380-C079B0B744D7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604655-9918-F8BF-76B2-F1515E850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503FF2-55B6-23AC-F6BB-403D76E06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46719-D54A-4A15-9FFB-30E3125DEF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030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149BB3-57AC-C655-4AB7-0843C638C3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6F5FABC-C940-0F96-5FF6-12C35ED75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7567F0-5E7F-D32B-8A3E-032F7CCBC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A8C52-00A9-4646-B380-C079B0B744D7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8E95ED-553F-3BC7-99AB-9DB8B1E92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069351-501E-1246-7817-46643FC0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46719-D54A-4A15-9FFB-30E3125DEF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953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E791C9E-D0BC-3607-8B01-E08011D7B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500BA1-A8F4-C598-6E46-D407C54D3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877744-2027-E7D9-E65A-26F4E9898B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A8C52-00A9-4646-B380-C079B0B744D7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AAABA5-F858-8437-C218-0CE698584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70FF8E-F7A9-B8CB-86BE-0BC8F7A30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C46719-D54A-4A15-9FFB-30E3125DEF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272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B6369260-CDF9-9C67-1E18-8CB9124518B7}"/>
              </a:ext>
            </a:extLst>
          </p:cNvPr>
          <p:cNvSpPr/>
          <p:nvPr/>
        </p:nvSpPr>
        <p:spPr>
          <a:xfrm>
            <a:off x="352268" y="5340649"/>
            <a:ext cx="2713220" cy="1317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9CF267B-3F21-BC1E-DBDB-9538C98B3029}"/>
              </a:ext>
            </a:extLst>
          </p:cNvPr>
          <p:cNvSpPr/>
          <p:nvPr/>
        </p:nvSpPr>
        <p:spPr>
          <a:xfrm>
            <a:off x="0" y="-1"/>
            <a:ext cx="12192000" cy="659567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A04F5571-8D49-D531-CEBD-897C40941EA7}"/>
              </a:ext>
            </a:extLst>
          </p:cNvPr>
          <p:cNvSpPr/>
          <p:nvPr/>
        </p:nvSpPr>
        <p:spPr>
          <a:xfrm>
            <a:off x="11265108" y="100143"/>
            <a:ext cx="494676" cy="4796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3FE632D-02B8-DAEE-A261-3C155C4EC614}"/>
              </a:ext>
            </a:extLst>
          </p:cNvPr>
          <p:cNvSpPr/>
          <p:nvPr/>
        </p:nvSpPr>
        <p:spPr>
          <a:xfrm>
            <a:off x="389744" y="1094282"/>
            <a:ext cx="2713220" cy="1424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92FA8EC-6426-C3E0-2C8F-41B0EE50C9AA}"/>
              </a:ext>
            </a:extLst>
          </p:cNvPr>
          <p:cNvSpPr/>
          <p:nvPr/>
        </p:nvSpPr>
        <p:spPr>
          <a:xfrm>
            <a:off x="389744" y="3197903"/>
            <a:ext cx="2713220" cy="1424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33E866-7F4D-A9CA-1A4C-0A342ACE44E4}"/>
              </a:ext>
            </a:extLst>
          </p:cNvPr>
          <p:cNvSpPr txBox="1"/>
          <p:nvPr/>
        </p:nvSpPr>
        <p:spPr>
          <a:xfrm>
            <a:off x="3132948" y="1588956"/>
            <a:ext cx="24433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Edad:</a:t>
            </a:r>
          </a:p>
          <a:p>
            <a:r>
              <a:rPr lang="es-MX" dirty="0"/>
              <a:t>Ubicación:</a:t>
            </a:r>
          </a:p>
          <a:p>
            <a:r>
              <a:rPr lang="es-MX" dirty="0"/>
              <a:t>Descripción: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976A4D6-A0E8-B9F0-5343-E186632CFFC7}"/>
              </a:ext>
            </a:extLst>
          </p:cNvPr>
          <p:cNvSpPr/>
          <p:nvPr/>
        </p:nvSpPr>
        <p:spPr>
          <a:xfrm>
            <a:off x="3129713" y="960087"/>
            <a:ext cx="186451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Canela</a:t>
            </a:r>
            <a:endParaRPr lang="es-MX" sz="4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BBE6AA5-450F-3B39-CB21-200A01D317CF}"/>
              </a:ext>
            </a:extLst>
          </p:cNvPr>
          <p:cNvSpPr txBox="1"/>
          <p:nvPr/>
        </p:nvSpPr>
        <p:spPr>
          <a:xfrm>
            <a:off x="3129713" y="3698639"/>
            <a:ext cx="24433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Edad:</a:t>
            </a:r>
          </a:p>
          <a:p>
            <a:r>
              <a:rPr lang="es-MX" dirty="0"/>
              <a:t>Ubicación:</a:t>
            </a:r>
          </a:p>
          <a:p>
            <a:r>
              <a:rPr lang="es-MX" dirty="0"/>
              <a:t>Descripción: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66B5C84-321F-C7AE-063B-7FDF12CF1B3B}"/>
              </a:ext>
            </a:extLst>
          </p:cNvPr>
          <p:cNvSpPr txBox="1"/>
          <p:nvPr/>
        </p:nvSpPr>
        <p:spPr>
          <a:xfrm>
            <a:off x="3102964" y="5734377"/>
            <a:ext cx="24433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Edad:</a:t>
            </a:r>
          </a:p>
          <a:p>
            <a:r>
              <a:rPr lang="es-MX" dirty="0"/>
              <a:t>Ubicación:</a:t>
            </a:r>
          </a:p>
          <a:p>
            <a:r>
              <a:rPr lang="es-MX" dirty="0"/>
              <a:t>Descripción: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65DC504-A47C-78CC-315F-4A9899FE793B}"/>
              </a:ext>
            </a:extLst>
          </p:cNvPr>
          <p:cNvSpPr/>
          <p:nvPr/>
        </p:nvSpPr>
        <p:spPr>
          <a:xfrm>
            <a:off x="3168809" y="3075057"/>
            <a:ext cx="178706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Max</a:t>
            </a:r>
            <a:endParaRPr lang="es-MX" sz="4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BB5B0BC-E4F5-862F-624D-E22E3C1BD14A}"/>
              </a:ext>
            </a:extLst>
          </p:cNvPr>
          <p:cNvSpPr/>
          <p:nvPr/>
        </p:nvSpPr>
        <p:spPr>
          <a:xfrm>
            <a:off x="3065488" y="5117019"/>
            <a:ext cx="178706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Nieve</a:t>
            </a:r>
            <a:endParaRPr lang="es-MX" sz="4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7152018-4B32-C534-7C58-215FEC459493}"/>
              </a:ext>
            </a:extLst>
          </p:cNvPr>
          <p:cNvSpPr txBox="1"/>
          <p:nvPr/>
        </p:nvSpPr>
        <p:spPr>
          <a:xfrm>
            <a:off x="4961744" y="2315978"/>
            <a:ext cx="136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Ver mas…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28E8E06-074E-CBAE-6374-3D12493E0B47}"/>
              </a:ext>
            </a:extLst>
          </p:cNvPr>
          <p:cNvSpPr txBox="1"/>
          <p:nvPr/>
        </p:nvSpPr>
        <p:spPr>
          <a:xfrm>
            <a:off x="4994223" y="4282182"/>
            <a:ext cx="136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Ver mas…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2D496FE-44BE-3AA3-A536-E751CC3EC04F}"/>
              </a:ext>
            </a:extLst>
          </p:cNvPr>
          <p:cNvSpPr txBox="1"/>
          <p:nvPr/>
        </p:nvSpPr>
        <p:spPr>
          <a:xfrm>
            <a:off x="4979233" y="6470742"/>
            <a:ext cx="1364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Ver mas…</a:t>
            </a:r>
          </a:p>
        </p:txBody>
      </p:sp>
      <p:sp>
        <p:nvSpPr>
          <p:cNvPr id="23" name="Es igual a 22">
            <a:extLst>
              <a:ext uri="{FF2B5EF4-FFF2-40B4-BE49-F238E27FC236}">
                <a16:creationId xmlns:a16="http://schemas.microsoft.com/office/drawing/2014/main" id="{7C510E9B-59D9-3743-845F-B4E36E11F435}"/>
              </a:ext>
            </a:extLst>
          </p:cNvPr>
          <p:cNvSpPr/>
          <p:nvPr/>
        </p:nvSpPr>
        <p:spPr>
          <a:xfrm>
            <a:off x="134911" y="200293"/>
            <a:ext cx="479684" cy="369332"/>
          </a:xfrm>
          <a:prstGeom prst="mathEqua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2" name="Diagrama de flujo: retraso 1">
            <a:extLst>
              <a:ext uri="{FF2B5EF4-FFF2-40B4-BE49-F238E27FC236}">
                <a16:creationId xmlns:a16="http://schemas.microsoft.com/office/drawing/2014/main" id="{2DADBF5A-4511-B781-AAC1-604BD1A083C6}"/>
              </a:ext>
            </a:extLst>
          </p:cNvPr>
          <p:cNvSpPr/>
          <p:nvPr/>
        </p:nvSpPr>
        <p:spPr>
          <a:xfrm rot="16200000">
            <a:off x="11441921" y="340467"/>
            <a:ext cx="141051" cy="184826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0810617-35F0-217B-8A23-CC4FF1FBF2AB}"/>
              </a:ext>
            </a:extLst>
          </p:cNvPr>
          <p:cNvSpPr/>
          <p:nvPr/>
        </p:nvSpPr>
        <p:spPr>
          <a:xfrm>
            <a:off x="11446784" y="196903"/>
            <a:ext cx="131323" cy="1328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20403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30</Words>
  <Application>Microsoft Office PowerPoint</Application>
  <PresentationFormat>Panorámica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Office</dc:creator>
  <cp:lastModifiedBy>Office</cp:lastModifiedBy>
  <cp:revision>2</cp:revision>
  <dcterms:created xsi:type="dcterms:W3CDTF">2026-02-06T17:16:20Z</dcterms:created>
  <dcterms:modified xsi:type="dcterms:W3CDTF">2026-02-06T18:11:26Z</dcterms:modified>
</cp:coreProperties>
</file>